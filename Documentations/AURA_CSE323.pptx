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45-46C2-B69A-9CE9BA823130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45-46C2-B69A-9CE9BA823130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45-46C2-B69A-9CE9BA82313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45-46C2-B69A-9CE9BA82313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45-46C2-B69A-9CE9BA82313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45-46C2-B69A-9CE9BA82313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E2E</c:v>
                </c:pt>
                <c:pt idx="1">
                  <c:v>Integration</c:v>
                </c:pt>
                <c:pt idx="2">
                  <c:v>Unit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45-46C2-B69A-9CE9BA823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75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12233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D28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AURA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Ordering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CSE323  ·  Spring 2026  ·  Flask · Firebase · SQLite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920240" cy="822960"/>
          </a:xfrm>
          <a:prstGeom prst="rect">
            <a:avLst/>
          </a:prstGeom>
          <a:solidFill>
            <a:srgbClr val="00A89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3931920"/>
            <a:ext cx="1920240" cy="822960"/>
          </a:xfrm>
          <a:prstGeom prst="rect">
            <a:avLst/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931920"/>
            <a:ext cx="1920240" cy="82296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3931920"/>
            <a:ext cx="1920240" cy="822960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Discovery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347472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Heatmap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347472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599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Edge Cases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914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716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1600200" cy="34747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customer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06040" y="1097280"/>
            <a:ext cx="196596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37160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2788920" y="3017520"/>
            <a:ext cx="160020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88920" y="3017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606040" y="3474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1097280"/>
            <a:ext cx="196596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371600"/>
            <a:ext cx="914400" cy="914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5488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4937760" y="3017520"/>
            <a:ext cx="1600200" cy="3474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937760" y="3017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delivery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754880" y="3474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152436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903720" y="1097280"/>
            <a:ext cx="196596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371600"/>
            <a:ext cx="914400" cy="9144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Firebase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7086600" y="3017520"/>
            <a:ext cx="1600200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086600" y="30175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Toolkit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903720" y="3474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OFFSTAGE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Traceability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920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005840"/>
            <a:ext cx="1920240" cy="1920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42032" y="10058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542032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18304" y="1005840"/>
            <a:ext cx="1920240" cy="1920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18304" y="10058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718304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Disclosed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94576" y="1005840"/>
            <a:ext cx="1920240" cy="1920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94576" y="10058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894576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1962912" cy="6400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246120"/>
            <a:ext cx="1962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28672" y="3246120"/>
            <a:ext cx="1402080" cy="6400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28672" y="3246120"/>
            <a:ext cx="140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0752" y="3246120"/>
            <a:ext cx="1402080" cy="6400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30752" y="3246120"/>
            <a:ext cx="140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32832" y="3246120"/>
            <a:ext cx="841248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32832" y="3246120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74080" y="3246120"/>
            <a:ext cx="841248" cy="640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74080" y="3246120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5328" y="3246120"/>
            <a:ext cx="841248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5328" y="3246120"/>
            <a:ext cx="84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56576" y="3246120"/>
            <a:ext cx="560832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17408" y="3246120"/>
            <a:ext cx="560832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by category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Edge Cases Found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AI Persona Avatar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527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Referral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353312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2527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Depleted at Checkout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2331720"/>
            <a:ext cx="1353312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8892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2527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1772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&gt; Stock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331720"/>
            <a:ext cx="1353312" cy="2926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125272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66560" y="18562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After PREPARING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2331720"/>
            <a:ext cx="1353312" cy="29260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86600" y="233172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0358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20040" y="36393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Email Login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1353312" cy="2926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292608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68880" y="30358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🚛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2468880" y="36393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Wrong Status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88920" y="4114800"/>
            <a:ext cx="1353312" cy="29260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88920" y="41148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30358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4617720" y="36393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Below Min Order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4114800"/>
            <a:ext cx="1353312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41148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2926080"/>
            <a:ext cx="1993392" cy="1600200"/>
          </a:xfrm>
          <a:prstGeom prst="rect">
            <a:avLst/>
          </a:prstGeom>
          <a:solidFill>
            <a:srgbClr val="152436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766560" y="3035808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🏷️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766560" y="36393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Voucher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4114800"/>
            <a:ext cx="1353312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86600" y="411480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5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Specification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20040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Scenarios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0040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20040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320040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Refinement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Gherkin Scenarios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22860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37490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" cy="374904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 Customer Registration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401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401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1764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 Successful registration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894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52144" y="20894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71600" y="20894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Firebase is configured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4140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52144" y="2414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7160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 with valid fields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7386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52144" y="27386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71600" y="27386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row created in 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0632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" y="3063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3878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" y="33878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 Promo below min order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71246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" y="37124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71600" y="37124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Subtotal &lt; $30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03707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52144" y="40370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71600" y="40370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Validate AURA20 promo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3616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52144" y="43616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371600" y="4361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Error: min order message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1005840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0" y="107899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486400" y="166420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69480" y="1005840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107899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269480" y="166420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226771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0" y="2340864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486400" y="2926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69480" y="2267712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69480" y="2340864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269480" y="29260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0" y="3529584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86400" y="360273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🚛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486400" y="4187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69480" y="3529584"/>
            <a:ext cx="16642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3602736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7269480" y="418795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Lifecycle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508760" cy="914400"/>
          </a:xfrm>
          <a:prstGeom prst="rect">
            <a:avLst/>
          </a:prstGeom>
          <a:solidFill>
            <a:srgbClr val="00A89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83080" y="2231136"/>
            <a:ext cx="411480" cy="10972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8308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828800"/>
            <a:ext cx="1508760" cy="9144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231136"/>
            <a:ext cx="411480" cy="10972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1508760" cy="914400"/>
          </a:xfrm>
          <a:prstGeom prst="rect">
            <a:avLst/>
          </a:prstGeom>
          <a:solidFill>
            <a:srgbClr val="8B5CF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4920" y="2231136"/>
            <a:ext cx="411480" cy="10972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1508760" cy="914400"/>
          </a:xfrm>
          <a:prstGeom prst="rect">
            <a:avLst/>
          </a:prstGeom>
          <a:solidFill>
            <a:srgbClr val="0EA5E9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FOR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20840" y="2231136"/>
            <a:ext cx="411480" cy="10972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2084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828800"/>
            <a:ext cx="1508760" cy="914400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8288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2880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2880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2880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2880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880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3154680" cy="822960"/>
          </a:xfrm>
          <a:prstGeom prst="rect">
            <a:avLst/>
          </a:prstGeom>
          <a:solidFill>
            <a:srgbClr val="2A1A1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" y="38221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Customer/Admin  ·  PENDING or CONFIRMED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3291840"/>
            <a:ext cx="3566160" cy="822960"/>
          </a:xfrm>
          <a:prstGeom prst="rect">
            <a:avLst/>
          </a:prstGeom>
          <a:solidFill>
            <a:srgbClr val="0D2A1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Pipeline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→ OUT_FOR_DELIVERY → DELIVERED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 Refinement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VAGUE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MEASURABLE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8404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"Secure Login"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937760" y="1600200"/>
            <a:ext cx="38404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hash (staff)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emailVerified (customer)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 mismatch → 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38404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4414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"Valid Card"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441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2441448"/>
            <a:ext cx="38404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2441448"/>
            <a:ext cx="384048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Luhn algorithm pass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13–19 digits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CVV 3–4 digits  ·  expiry not past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38404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2826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"Active Voucher"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6240" y="328269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937760" y="3282696"/>
            <a:ext cx="38404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282696"/>
            <a:ext cx="384048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is_used == False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utcnow() &lt; expires_at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23944"/>
            <a:ext cx="38404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12394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"Minimum Order"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06240" y="412394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1B2A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937760" y="4123944"/>
            <a:ext cx="384048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4123944"/>
            <a:ext cx="384048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≥ promo.min_order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discount applied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  ·  Vertical Slices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TDP: Failing → Padlock → Iterate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Prompts Disclosed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Sprints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32888" y="1078992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3288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🛒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Cart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81728" y="107899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8172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💳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1078992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3056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⚙️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6656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299923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🚛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2004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32888" y="2999232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32888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📍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46888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81728" y="2999232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81728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1772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⭐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461772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Rewards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29260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30568" y="2999232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30568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3200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676656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Pages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Case Cage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417320"/>
          </a:xfrm>
          <a:prstGeom prst="rect">
            <a:avLst/>
          </a:prstGeom>
          <a:solidFill>
            <a:srgbClr val="152436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40280" y="12618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20240" cy="1417320"/>
          </a:xfrm>
          <a:prstGeom prst="rect">
            <a:avLst/>
          </a:prstGeom>
          <a:solidFill>
            <a:srgbClr val="152436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96312" y="16642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16552" y="12618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72584" y="960120"/>
            <a:ext cx="1920240" cy="1417320"/>
          </a:xfrm>
          <a:prstGeom prst="rect">
            <a:avLst/>
          </a:prstGeom>
          <a:solidFill>
            <a:srgbClr val="152436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6642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2824" y="126187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48856" y="960120"/>
            <a:ext cx="1920240" cy="1417320"/>
          </a:xfrm>
          <a:prstGeom prst="rect">
            <a:avLst/>
          </a:prstGeom>
          <a:solidFill>
            <a:srgbClr val="152436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4885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48856" y="166420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06040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1993392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1832" y="2697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96312" y="2606040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96312" y="2606040"/>
            <a:ext cx="1993392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96312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118104" y="2697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18104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 chars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72584" y="2606040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72584" y="2606040"/>
            <a:ext cx="199339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72584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294376" y="2697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CVV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94376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 4 digits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48856" y="2606040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48856" y="2606040"/>
            <a:ext cx="1993392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48856" y="2651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70648" y="2697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Qty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70648" y="31089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stock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721608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" y="3721608"/>
            <a:ext cx="1993392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37673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41832" y="3813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Redeem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1832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96312" y="3721608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496312" y="3721608"/>
            <a:ext cx="1993392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496312" y="37673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118104" y="3813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Min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118104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≥ 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72584" y="3721608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72584" y="3721608"/>
            <a:ext cx="1993392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72584" y="37673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294376" y="3813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Advance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94376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or OUT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48856" y="3721608"/>
            <a:ext cx="1993392" cy="914400"/>
          </a:xfrm>
          <a:prstGeom prst="rect">
            <a:avLst/>
          </a:prstGeom>
          <a:solidFill>
            <a:srgbClr val="152436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48856" y="3721608"/>
            <a:ext cx="1993392" cy="731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48856" y="37673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470648" y="3813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70648" y="42245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DELIVERED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C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0" b="1" dirty="0">
                <a:solidFill>
                  <a:srgbClr val="158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Unit · 20% Integration · 10% E2E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93008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59936"/>
            <a:ext cx="384048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POM  (Planned)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Pyramid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2286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00200" y="1051560"/>
            <a:ext cx="2286000" cy="86868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00200" y="10515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8620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 ·  Playwright (Planned)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0060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 ·  DB + Flask client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-228600" y="2971800"/>
            <a:ext cx="5943600" cy="868680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-2286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1500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 ·  Services + Logic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0" y="1005840"/>
          <a:ext cx="3291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3977640"/>
            <a:ext cx="45720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977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10 Test Modules  ·  pytest -v --cov=app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  vs  Validated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292608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3840480"/>
          </a:xfrm>
          <a:prstGeom prst="rect">
            <a:avLst/>
          </a:prstGeom>
          <a:solidFill>
            <a:srgbClr val="152436"/>
          </a:solidFill>
          <a:ln w="12700">
            <a:solidFill>
              <a:srgbClr val="00A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7315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build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RIGHT?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27248"/>
            <a:ext cx="3840480" cy="3657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Routes → correct templates/JSON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01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RBAC → 403/401 enforced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14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Luhn + CVV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98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Services enforce business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206240" cy="3840480"/>
          </a:xfrm>
          <a:prstGeom prst="rect">
            <a:avLst/>
          </a:prstGeom>
          <a:solidFill>
            <a:srgbClr val="152436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2062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005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build the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THING?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127248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Browse → Cart → Checkout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6301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Admin: PREPARING → 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0142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Delivery: OUT → DELIVERED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43982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Customer receives loyalty points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-323558" y="849143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🔗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-478302" y="1761785"/>
            <a:ext cx="4178104" cy="674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-323558" y="2178452"/>
            <a:ext cx="4199205" cy="93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github.com/mona585/Customer-Ordering-System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59386" y="4429922"/>
            <a:ext cx="3840480" cy="593481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250826" y="449806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 ·  CSE323  ·  Spring 2026</a:t>
            </a:r>
            <a:endParaRPr lang="en-US" sz="1100" dirty="0"/>
          </a:p>
        </p:txBody>
      </p:sp>
      <p:sp>
        <p:nvSpPr>
          <p:cNvPr id="5" name="Text 23">
            <a:extLst>
              <a:ext uri="{FF2B5EF4-FFF2-40B4-BE49-F238E27FC236}">
                <a16:creationId xmlns:a16="http://schemas.microsoft.com/office/drawing/2014/main" id="{7128F892-CB36-7ABD-9403-4BB9E4F21E27}"/>
              </a:ext>
            </a:extLst>
          </p:cNvPr>
          <p:cNvSpPr/>
          <p:nvPr/>
        </p:nvSpPr>
        <p:spPr>
          <a:xfrm>
            <a:off x="-527541" y="2756728"/>
            <a:ext cx="4178104" cy="674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link</a:t>
            </a:r>
            <a:endParaRPr lang="en-US" sz="1400" dirty="0"/>
          </a:p>
        </p:txBody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01021453-583A-C328-BA61-F03DCA80AB67}"/>
              </a:ext>
            </a:extLst>
          </p:cNvPr>
          <p:cNvSpPr/>
          <p:nvPr/>
        </p:nvSpPr>
        <p:spPr>
          <a:xfrm>
            <a:off x="-246187" y="3178137"/>
            <a:ext cx="4199205" cy="93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https://customer-ordering-system.onrender.com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20FBE9-BB6C-8A83-F560-87BAD35FC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84" y="914400"/>
            <a:ext cx="3245269" cy="3284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629</Words>
  <Application>Microsoft Office PowerPoint</Application>
  <PresentationFormat>On-screen Show (16:9)</PresentationFormat>
  <Paragraphs>292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Mona Mohammed</cp:lastModifiedBy>
  <cp:revision>3</cp:revision>
  <dcterms:created xsi:type="dcterms:W3CDTF">2026-05-17T16:39:05Z</dcterms:created>
  <dcterms:modified xsi:type="dcterms:W3CDTF">2026-05-18T16:24:40Z</dcterms:modified>
</cp:coreProperties>
</file>